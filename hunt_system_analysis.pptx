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99" y="4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2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逻辑架构解析报告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HUNT SYSTEM PRO V6.8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50分钟周期速度主控系统 · 主力判定缺口增强版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2926080" cy="0"/>
          </a:xfrm>
          <a:prstGeom prst="line">
            <a:avLst/>
          </a:prstGeom>
          <a:noFill/>
          <a:ln w="19050">
            <a:solidFill>
              <a:srgbClr val="2D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趋势跟踪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50592" y="41605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496312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量能形态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9664" y="41605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215384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缺口主力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88736" y="4160520"/>
            <a:ext cx="1847088" cy="384048"/>
          </a:xfrm>
          <a:prstGeom prst="roundRect">
            <a:avLst>
              <a:gd name="adj" fmla="val 14286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34456" y="4160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ATR风控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18704" y="416052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964424" y="41605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多空护盾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源码逐层拆解 · 信号合成路径 · 风险点评估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系统总体架构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该策略是一套多因子共振的技术分析公式，专为50分钟周期短线交易设计，由六大功能层级叠加构成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34" y="2262454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11880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基础数据层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095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EMA22 / MA60 双均线定义趋势骨架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9659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34" y="2262454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趋势与速度确认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32095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ADX/DMI 衡量趋势强度与方向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21040" y="19659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8549640" y="219456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534" y="2262454"/>
            <a:ext cx="367132" cy="3671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384280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5496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量价结构层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49640" y="32095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SZ_VAL 动量差分捕捉量能埋伏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34" y="4411294"/>
            <a:ext cx="367132" cy="3671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11880" y="4279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形态压缩层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77240" y="53583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VCP收缩 + 布林带突破识别蓄势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434840" y="4114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4663440" y="4343400"/>
            <a:ext cx="502920" cy="5029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34" y="4411294"/>
            <a:ext cx="367132" cy="3671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98080" y="4279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6634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主力缺口层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663440" y="53583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跳空确认主力强势介入（新增模块）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321040" y="4114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8549640" y="4343400"/>
            <a:ext cx="502920" cy="502920"/>
          </a:xfrm>
          <a:prstGeom prst="ellipse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7534" y="4411294"/>
            <a:ext cx="367132" cy="3671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384280" y="4279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5496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风控执行层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549640" y="53583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ATR动态止损 + 多重崩盘退出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PARAMETERS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核心参数体系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相较通用版本，本参数组针对50分钟K线做了系统性放大调整，提升对短周期波动的灵敏度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N_TRACK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2167128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0" y="2167128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突破跟踪周期 (HHV基准)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702052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2702052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M_PERIOD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2702052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702052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主均线周期，50分钟系统生命线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236976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236976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ATR_X / ATR_X_STRONG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3236976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 / 1.48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3236976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止损ATR倍数，趋势强弱双档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71900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771900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VOL_RATIO_TH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3771900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3771900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量比阈值，较常规下调以适配高频信号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306824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7240" y="4306824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ADX_THRESHOLD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11880" y="4306824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20640" y="4306824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趋势确认门槛，略低于经典24以提早介入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841748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77240" y="4841748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BB_FACTOR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11880" y="4841748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0" y="4841748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布林带宽度系数，控制突破灵敏度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5376672"/>
            <a:ext cx="64922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77240" y="5376672"/>
            <a:ext cx="28346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SZ_STD / SZ_MA 窗口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5376672"/>
            <a:ext cx="14173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5376672"/>
            <a:ext cx="21031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量能动量标准差与均值窗口，由30/60压缩而来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196596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909560" y="2240280"/>
            <a:ext cx="548640" cy="54864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26" y="2314346"/>
            <a:ext cx="400507" cy="400507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90956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调参取向解读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90956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全部窗口同步缩短（30→24、60→48），目的是让指标跟上50分钟K线的节奏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909560" y="42702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ADX门槛与量比阈值双双下调，意味着系统愿意接受更弱的趋势确认换取更高的触发频率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909560" y="511149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ATR止损倍数保留双档设计，强趋势时放宽容忍空间，弱趋势时收紧风控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TREND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趋势与速度确认模块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双均线骨架叠加ADX/DMI方向能量，构成系统是否处于可交易趋势的“准入证”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035040" cy="795528"/>
          </a:xfrm>
          <a:prstGeom prst="roundRect">
            <a:avLst>
              <a:gd name="adj" fmla="val 9195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0848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MA22_RAW 斜率检验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88720" y="23408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MA22_RAW &gt; REF(MA22_RAW,1) 且 &gt; REF(MA22_RAW,4)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88720" y="2578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确认22周期均线连续向上，剔除走平/拐头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807208"/>
            <a:ext cx="0" cy="118872"/>
          </a:xfrm>
          <a:prstGeom prst="line">
            <a:avLst/>
          </a:prstGeom>
          <a:noFill/>
          <a:ln w="19050">
            <a:solidFill>
              <a:srgbClr val="2DD4D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6035040" cy="795528"/>
          </a:xfrm>
          <a:prstGeom prst="roundRect">
            <a:avLst>
              <a:gd name="adj" fmla="val 9195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97180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044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对齐60周期主均线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MA22_RAW &gt; SYS_MA60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短均线必须站上长均线，过滤逆势反弹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767328"/>
            <a:ext cx="0" cy="118872"/>
          </a:xfrm>
          <a:prstGeom prst="line">
            <a:avLst/>
          </a:prstGeom>
          <a:noFill/>
          <a:ln w="19050">
            <a:solidFill>
              <a:srgbClr val="2DD4D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6035040" cy="795528"/>
          </a:xfrm>
          <a:prstGeom prst="roundRect">
            <a:avLst>
              <a:gd name="adj" fmla="val 9195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13232" y="393192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005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价格相对均线偏离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8720" y="42611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&gt; MA22_RAW × 1.002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88720" y="44988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现价需脱离均线一定幅度，避免贴线假信号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727448"/>
            <a:ext cx="0" cy="118872"/>
          </a:xfrm>
          <a:prstGeom prst="line">
            <a:avLst/>
          </a:prstGeom>
          <a:noFill/>
          <a:ln w="19050">
            <a:solidFill>
              <a:srgbClr val="2DD4D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6035040" cy="795528"/>
          </a:xfrm>
          <a:prstGeom prst="roundRect">
            <a:avLst>
              <a:gd name="adj" fmla="val 9195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3232" y="4892040"/>
            <a:ext cx="457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88720" y="4965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 方向与加速双确认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88720" y="52212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ADX_VAL &gt; 20 且 PDI &gt; MDI 且双双走高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88720" y="54589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趋势强度与方向同时被验证，缺一不可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4709160" cy="1783080"/>
          </a:xfrm>
          <a:prstGeom prst="roundRect">
            <a:avLst>
              <a:gd name="adj" fmla="val 4103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132320" y="21762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TREND_OK（趋势在线）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2505456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三项均线条件全部成立 → 判定当前处于可参与的上行趋势环境，是绝大多数后续模块的前置门槛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33375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(MA22_RAW-REF(MA22_RAW,2))/2 &gt; 0.05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3977640"/>
            <a:ext cx="4709160" cy="1783080"/>
          </a:xfrm>
          <a:prstGeom prst="roundRect">
            <a:avLst>
              <a:gd name="adj" fmla="val 4103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132320" y="41422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ADX_STRONG（强趋势加速）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4471416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ADX_VAL&gt;22 且 ADXR_VAL&gt;19 且 ADXR持续走高 → 用于区分“刚启动”和“正在加速”的趋势，决定止损宽容度与信号星级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VOLUME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量价动量结构（SZ_VAL）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用连续同向K线的量比累加，再做双重EMA差分，刻画资金介入的“加速度”而非单纯放量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222199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UP_BAR：当前K线是否收阳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52374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M1/N1_COUNT：连续下跌/上涨的天数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254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82549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SZ_RAW：按连续方向累加 量/量MA 比值（方向性强度）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12724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SZ_VAL = EMA(SZ_RAW,3) - EMA(SZ_RAW,13)：快慢EMA差分，捕捉量能动量拐点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54" y="4045534"/>
            <a:ext cx="367132" cy="3671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3995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SCALPEL_AMBUSH · 精准埋伏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46177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缩量(VOL_SHRINK_FLAG) + SZ_VAL突破强阈值(SZ_TH_STRONG) + 连续两根动量加速(SZ_ACC_STRONG)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量缩价稳、动量正在抬头，是系统最核心的买点确认条件之一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37033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414" y="4045534"/>
            <a:ext cx="367132" cy="3671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86600" y="3995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WEAK_AMBUSH · 弱势埋伏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46520" y="46177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缩量 + SZ_VAL仅突破弱阈值(SZ_TH_WEAK) + 较前一日上升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作为补充条件，需叠加 SZ_STRONG（动量评分&gt;0.75）才能参与最终买点合成，单独不足以触发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PATTERN COMPRESSION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形态压缩与突破确认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VCP收缩刻画“蓄势待发”的形态前提，高敏布林带捕捉突破瞬间的放量确认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360066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VCP_COMPACT（波动收缩）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振幅收窄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AVG_AMP_3D &lt; 8.5% 且小于前一日5日均振幅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箱体压缩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近4日 (最高-最低) &lt; 收盘价 × 11.5%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526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时效窗口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VCP_DAYS：距15日高点 5~30根K线，避开刚见顶或太久远的形态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5303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量能验证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STRICT_SHRINK：近期成交量低于均量85%，或2日地量贴近15日地量×1.25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55080" y="201168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629400" y="2286000"/>
            <a:ext cx="548640" cy="548640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466" y="2360066"/>
            <a:ext cx="400507" cy="40050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3317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PRICE_BB_BREAK（高敏布林突破）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629400" y="3017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PRICE_UP = MA22_RAW + 1.82 × STD(C,22)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9400" y="33832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条件：C &gt; PRICE_UP 且 VOL &gt; REF(VOL,1)×0.75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29400" y="3886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带宽系数1.82相较常规2.0更窄，意味着价格更容易触及上轨——系统刻意放宽了“突破”的认定标准，用以提升信号出现频率，但也增加了假突破概率。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629400" y="5166360"/>
            <a:ext cx="470916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6629400" y="52852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SQ_STATE（挤压蓄势）：当布林带宽收窄至Keltner通道内（MA22+1.8σ &lt; MA22+1.4ATR），代表波动率压缩到极致，随后突破KC上轨同样可触发买入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NEW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主力判定缺口（新增模块）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本版本新增的核心改进点：用跳空缺口直接识别主力强势介入，可绕过部分常规确认条件直通买点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21122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GAP_OPEN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&gt; REF(H,1)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今日最低价高于昨日最高价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——形成真实向上跳空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26289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0" y="21122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GAP_POS_OK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(C-MA22_RAW)/MA22_RAW &lt; 15%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862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现价偏离均线不超过15%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——避免追高式缺口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82128" y="26289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A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66760" y="21122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GAP_SOLID_OK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C&gt;O 且 (C-O)/REF(C,1) &gt; 1.5%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28620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实体阳线且涨幅超1.5%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——缺口需被强势实体兑现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611880"/>
            <a:ext cx="0" cy="27432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657600" y="388620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20180A"/>
          </a:solidFill>
          <a:ln w="12700">
            <a:solidFill>
              <a:srgbClr val="F0B42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65760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MAIN_GAP = GAP_OPEN AND GAP_POS_OK AND GAP_SOLID_OK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438912" cy="438912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13" y="5134173"/>
            <a:ext cx="320406" cy="32040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17320" y="49834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该模块在信号合成中的特殊地位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417320" y="5303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BUG_TOTAL、FINAL_BUY 的多处“或”条件中，MAIN_GAP 都被列为可替代 VOL_ACC、SCALPEL_AMBUSH、VCP形态等条件的旁路通道，意味着只要识别到主力强势缺口，系统会显著放宽其他形态与量能要求，使其成为目前优先级最高的快速通行信号。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SHIELD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护盾层（SHLD_ATK）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用于在持续上升趋势中的回踩低吸场景，识别“强者恒强”的二次进攻点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近22根K线内至少出现过1次强趋势(TREND_STRONG)，确认大环境曾经走强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SHLD_PRICE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6243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3日最低收盘价仍≥均线98.5%，且4日内跌破均线不超过2次，现价站上60均线——价格未真正破位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SHLD_VOL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817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近3日至少1日量能萎缩至75%以下，或2日地量贴近15日地量×1.35——缩量蓄势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4297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实体与动量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6817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当日收阳且高于前一日收盘，同时SZ_VAL向上或动量评分&gt;0.5——确认资金重新进场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SIGNAL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买入信号合成路径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五大触发源 → 三重门槛过滤 → 强弱分级，最终落地为可视化的买点图标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触发源（任一满足）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RAW_BUY 突破N13高点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SQ_STATE→突破KC上轨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突破昨高且偏离均线&gt;1.5%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PRICE_BB_BREAK 布林突破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MAIN_GAP 主力缺口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SHLD_ATK 护盾进攻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49040" y="2011680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93192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确认门槛 (BUG_TOTAL)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2514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TREND_CONFIRM（ADX方向确认）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3108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量能 &gt; 4日均量×1.25×0.72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VOL_ACC 或 SHLD_ATK 或 MAIN_GAP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BUG_TOTAL 成立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49440" y="2011680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32320" y="21488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终筛条件 (FINAL_BUY)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埋伏信号 (SCALPEL/WEAK/GAP/SHLD)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044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形态收缩 或 SHLD/GAP 旁路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35753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&gt; MA22×0.995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4105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&gt; 前一日×1.12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FINAL_BUY 成立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84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149840" y="201168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0E2A24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2870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SIGNAL_STRONG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87000" y="245059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强趋势+ADX加速+SZ高分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149840" y="420624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1F2230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28700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SIGNAL_NORMAL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87000" y="464515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满足FINAL_BUY但未达强信号标准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RISK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风控与退出机制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动态ATR跟踪止损叠加四重崩盘退出条件，任一触发即终止持仓状态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4672" y="2212848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66" y="2280742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动态跟踪止损 (TRAIL_STOP)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HH_PEAK - ATR_X_FINAL × ATR_VAL(10)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1272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以突破以来的最高价为锚点，按10日ATR的1.02~1.48倍动态回撤设防——强趋势中给更大空间，避免被正常波动震出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04672" y="4315968"/>
            <a:ext cx="502920" cy="502920"/>
          </a:xfrm>
          <a:prstGeom prst="ellipse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66" y="4383862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崩盘退出 (CRASH_EXIT) · 任一满足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2296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均线下穿价格（CROSS(MA22,C)）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22960" y="51846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单日急跌&gt;8%且跌破峰值93%（FAST_CRASH）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5477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价格跌破TRAIL_STOP动态线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22960" y="57698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跌破均线96.2%，弱趋势下放宽至97.2%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46520" y="201168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F1320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6720840" y="22128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HOLD_STATE（持仓有效状态）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720840" y="26060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BUY_BARS &lt; 160  AND  NOT(CRASH_EXIT)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20840" y="30175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持仓判定同时设置了硬性时间上限（160根K线，约133小时的50分钟K线）与崩盘条件双重约束，意味着即使没有触发任何止损，系统也会在长期滞涨后自动判定离场——这是一种隐性的时间止损设计。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720840" y="4343400"/>
            <a:ext cx="461772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6720840" y="4480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风控设计要点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720840" y="48006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止损线随强弱趋势自适应收紧/放宽，但四条退出路径彼此独立判断，只要任一触发即视为破位——属于“宁可错杀、不愿被深套”的保守风控哲学。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可视化渲染层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颜色、图标与文字仪表盘共同构成交易者的“实时状态感知界面”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K线着色逻辑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164592" cy="164592"/>
          </a:xfrm>
          <a:prstGeom prst="ellipse">
            <a:avLst/>
          </a:prstGeom>
          <a:solidFill>
            <a:srgbClr val="8C9A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未持仓状态（NOT HOLD_STATE）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164592" cy="164592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持仓中但非强趋势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64592" cy="164592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持仓中且处于强趋势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5120640" cy="0"/>
          </a:xfrm>
          <a:prstGeom prst="line">
            <a:avLst/>
          </a:prstGeom>
          <a:noFill/>
          <a:ln w="9525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图标标记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图标9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4434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SIGNAL_STRONG 强信号买点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82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图标7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4782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SIGNAL_NORMAL 普通信号买点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129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图标26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5129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持仓期间出现 SCALPEL_AMBUSH 加仓提示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477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图标35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5477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持仓期间创4日新低的风险提示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201168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状态文字仪表盘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514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将多个标签变量通过 VARCAT 拼接为一行实时字符串，显示在最新K线上方，相当于把核心变量状态压缩进一条仪表条：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310896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208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/ STR / ATK / STB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状态分级标签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3547872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20840" y="3547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 / WAMB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0" y="35478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埋伏强弱标签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75120" y="3986784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20840" y="3986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SZ+ / SZ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44000" y="39867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量能动量评分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5120" y="4425696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720840" y="4425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SHLD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144000" y="44256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护盾进攻标记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75120" y="4864608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 w="12700">
            <a:solidFill>
              <a:srgbClr val="263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72084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5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GAP!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44000" y="4864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主力缺口警示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0" y="5349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末尾附加均线斜率/价格斜率/斜率加速度三项数值，供使用者快速判断当前是“加速”还是“减速”阶段。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A838577-0240-CD6C-BF6D-319988EAC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56" y="5568104"/>
            <a:ext cx="160046" cy="124036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24636115-482A-D3F2-449A-A1C5D3579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56" y="4520943"/>
            <a:ext cx="181951" cy="155958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C154251C-75D7-909A-4BF9-DE6FED5AB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882" y="4872334"/>
            <a:ext cx="100027" cy="14289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7F062A7E-1CDC-5975-56EB-0BB081914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401" y="5236572"/>
            <a:ext cx="140990" cy="131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逻辑评估：优势与潜在风险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在认可其多因子共振设计的同时，需要客观看待结构性复杂度带来的代价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0E2A24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4672" y="2212848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66" y="2280742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设计优势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多模块互为旁路（GAP/SHLD可绕过常规VCP与量能条件），兼顾“突破型”与“低吸型”两类入场场景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止损与信号强度均按ADX/趋势强弱自适应调整，而非固定阈值，体现了一定的市场状态感知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389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新增的MAIN_GAP模块针对性解决了强势缺口被传统VCP收缩条件误判过滤的问题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51663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可视化仪表盘将十余个核心变量压缩为单行文本，工程实现上较为精炼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20116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2A1216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428232" y="2212848"/>
            <a:ext cx="502920" cy="502920"/>
          </a:xfrm>
          <a:prstGeom prst="ellipse">
            <a:avLst/>
          </a:prstGeom>
          <a:solidFill>
            <a:srgbClr val="F0556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126" y="2280742"/>
            <a:ext cx="367132" cy="3671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2860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潜在风险点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46520" y="2834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FINAL_BUY 由四组“与”条件层层嵌套（确认+埋伏+形态+量价），条件数量较多，实盘中可能长期不触发或仅在极端行情触发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46520" y="3611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多处常数（1.02、1.48、0.995、1.12等）来源不明确，更像是针对历史数据反复调试得出，存在过拟合风险，换品种/换周期未必有效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46520" y="4389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MAIN_GAP/SHLD_ATK作为“旁路”大量出现在或条件中，会稀释原本VCP收缩与量能确认的把关作用，可能放大假突破信号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46520" y="51663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缺乏样本外回测、滑点和分钟级数据质量的说明，文本本身无法验证策略的真实历史胜率与盈亏比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这是一套结构完整、层级清晰的多因子短线策略，核心价值在于条件互补设计，但其复杂度也意味着需要谨慎对待参数稳健性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2DD4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2451506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趋势为骨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双均线+ADX构成准入门槛，决定系统是否“愿意”寻找买点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786" y="2451506"/>
            <a:ext cx="400507" cy="4005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量价为肉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4290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SZ_VAL动量差分+VCP收缩，识别介入时机的“质感”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8412480" y="2377440"/>
            <a:ext cx="548640" cy="54864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546" y="2451506"/>
            <a:ext cx="400507" cy="40050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缺口为锐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0" y="34290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MAIN_GAP作为新增旁路，赋予系统对突发强势的快速响应能力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2700">
            <a:solidFill>
              <a:srgbClr val="2633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一句话结论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这是一套“宁缺毋滥但条件繁多”的高确认度短线系统：胜率潜力建立在严格的多因子共振之上，实盘落地前应重点验证各项常数在不同市场环境下的稳健性，而非照搬当前参数。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SYSTEM PRO V6.8 · 逻辑解析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1486</Words>
  <Application>Microsoft Office PowerPoint</Application>
  <PresentationFormat>宽屏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猎杀系统 PRO V6.8 逻辑解析</dc:title>
  <dc:subject>PptxGenJS Presentation</dc:subject>
  <dc:creator>Logic Analysis</dc:creator>
  <cp:lastModifiedBy>SUN</cp:lastModifiedBy>
  <cp:revision>2</cp:revision>
  <dcterms:created xsi:type="dcterms:W3CDTF">2026-06-19T10:06:36Z</dcterms:created>
  <dcterms:modified xsi:type="dcterms:W3CDTF">2026-06-19T11:23:10Z</dcterms:modified>
</cp:coreProperties>
</file>